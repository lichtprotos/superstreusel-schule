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22860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66A"/>
                </a:solidFill>
                <a:latin typeface="Calibri"/>
              </a:rPr>
              <a:t>SUPERSTREUSEL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UG (haftungsbeschränkt)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1A1A"/>
                </a:solidFill>
                <a:latin typeface="Calibri"/>
              </a:rPr>
              <a:t>Wege in die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Calibri"/>
              </a:rPr>
              <a:t>Selbstständigkeit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Gründungsschritte · Chancen · Risiken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206240"/>
            <a:ext cx="3657600" cy="36576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Schulprojekt — Klasse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Unternehmen: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48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superstreusel.de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914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Gegründet von
Dani &amp; Kati Decker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Gruppe 6 Personen · Rechtsform: UG · Eigenkapital: 10.000 €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UNTERNEHMENSVORSTELLUNG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Superstreusel UG — Wer wir sind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515600" cy="109728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66A"/>
                </a:solidFill>
                <a:latin typeface="Calibri"/>
              </a:rPr>
              <a:t>Geschäftsidee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Online-Shop für Spezialzuckerstreusel &amp; Backdekorationen — thematisch sortiert nach Anlass (Hochzeit, Geburtstag, Weihnachten, Ostern). Qualität, die im Einzelhandel nicht erhältlich 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3200"/>
            <a:ext cx="3291840" cy="320040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Zielgruppe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291840"/>
            <a:ext cx="914400" cy="36576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Hobbybäckerinnen (25–45 J.) · Profibäcker &amp; Konditoreien · Eventcaterer
Überwiegend weiblich, Instagram-aktiv, Anlass-orientiert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743200"/>
            <a:ext cx="3291840" cy="32004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Alleinstellungsmerkmal (USP)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291840"/>
            <a:ext cx="914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429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Einziger spezialisierter Online-Shop für thematische Spezialstreusel in Deutschland. Kein Supermarkt-Sortiment — nur handverlesene Qualität. Starke Community &amp; First-Mover-Vorteil.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743200"/>
            <a:ext cx="3291840" cy="320040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Vision &amp; Ziele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914400" cy="36576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429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Marktführer für Backdekorationen im D-A-CH-Raum bis 2027.
500+ Produkte · 100.000 Community-Mitglieder · B2B-Netzwerk aus Konditoreien aufbauen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Superstreusel UG (haftungsbeschränkt) · Wege in die Selbstständigkeit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AUSGANGSSITUATION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Die Geschichte hinter Superstreusel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Der Anfang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1371600" cy="4572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Dani Decker backt Kuchen auf Stöckchen — erst für Freunde, dann für Kunden.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Kein Geschäft, keine Küche, kein Plan. Der Teig kommt aus Krefeld, die Lieferung geht durch Hamburg.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Schwester Kati kommt dazu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1371600" cy="4572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Beide schreiben Unternehmen an — Weihnachtsfeiern, Jubiläen.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Erste Bestellungen kommen. Das Modell wird professionalisiert.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Das zweite Geschäftsfeld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20240"/>
            <a:ext cx="1371600" cy="4572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Kunden wollen besondere Verzierungen — aber im Supermarkt gibt es nur 0815-Streuware.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Aus diesem Problem entsteht Superstreusel: ein Online-Shop für Spezialzuckerstreusel.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931920"/>
            <a:ext cx="5120640" cy="16459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66A"/>
                </a:solidFill>
                <a:latin typeface="Calibri"/>
              </a:rPr>
              <a:t>Startkapital: 10.000 € Eigenkapital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Kein einziger Kredit aufgenommen.
Rechtsform: UG (haftungsbeschränkt)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Quelle: Ausgangssituation – Guter Kuchen e.K. (Schulunterlagen) · superstreusel.de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PERSON 1 — RECHTSFORMWECHSEL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Von der Einzelunternehmerin zur UG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3291840" cy="3200400"/>
          </a:xfrm>
          <a:prstGeom prst="rect">
            <a:avLst/>
          </a:prstGeom>
          <a:solidFill>
            <a:srgbClr val="FFF5F6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Einzelunternehmen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06040"/>
            <a:ext cx="914400" cy="36576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Nur eine Inhaberin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Keine Haftungsbeschränkung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Kein Mindestkapital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54480"/>
            <a:ext cx="3291840" cy="32004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GEWÄHLT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UG (haftungsb.)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606040"/>
            <a:ext cx="914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Zwei Gesellschafterinnen möglich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Stammkapital ab 1 €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Haftung beschränkt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291840" cy="3200400"/>
          </a:xfrm>
          <a:prstGeom prst="rect">
            <a:avLst/>
          </a:prstGeom>
          <a:solidFill>
            <a:srgbClr val="FFF5F6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ZIEL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GmbH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606040"/>
            <a:ext cx="914400" cy="36576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Volle Kapitalgesellschaft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25.000 € Mindestkapital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Höherer Aufwand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937760"/>
            <a:ext cx="10515600" cy="3657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Warum UG?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Beide Schwestern als gleichberechtigte Gesellschafterinnen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Haftungsschutz ohne das hohe Mindestkapital der GmbH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Thesaurierungspflicht: 25% des Gewinns → Rücklage bis 25.000 €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Gründungskosten UG: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40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Notar: ca. 300–600 €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Handelsregistereintrag: ca. 150 €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Laufend: Jahresabschluss + Veröffentlichung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Person 1 · Superstreusel UG · Wege in die Selbstständigkeit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GRÜNDUNGSSCHRITTE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Von der Idee zur eingetragenen UG — Schritt für Schritt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361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63040"/>
            <a:ext cx="2834640" cy="4572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5361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Notar &amp; Gesellschaftsvertrag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Beurkundung des Gesellschaftsvertrags (Name, Sitz Hamburg, Stammkapital 10.000 €, je 50% Anteile). Kosten: ca. 450 €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5361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463040"/>
            <a:ext cx="2834640" cy="4572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5361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Geschäftskonto eröffnen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Einzahlung des Stammkapitals auf separates Konto. Bankbescheinigung für Handelsregistereintrag erforderlich.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65760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37307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657600"/>
            <a:ext cx="2834640" cy="4572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730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Handelsregistereintrag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06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Notar leitet Antrag ans Amtsgericht Hamburg weiter. Mit Eintragung entsteht die UG als juristische Person. Ca. 150 €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7307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657600"/>
            <a:ext cx="2834640" cy="4572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3730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Gewerbeanmeldung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06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Anmeldung beim Bezirksamt Hamburg-Mitte. Gewerbeart: Onlinehandel / Einzelhandel Lebensmittel. Ca. 20–60 €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585216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59253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5852160"/>
            <a:ext cx="2834640" cy="4572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5925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Finanzamt &amp; Steuernummer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6400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Finanzamt erhält Meldung vom Gewerbeamt. Steuerlicher Erfassungsbogen ausfüllen → Steuernummer + USt-IdNr. für EU.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585216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7" y="59253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5852160"/>
            <a:ext cx="2834640" cy="4572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5925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IHK &amp; Versicherungen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6400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Pflichtmitgliedschaft IHK Hamburg (automatisch). Betriebshaftpflicht + Produkthaftpflicht abschließen. Ca. 80 €/Monat.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Person 3 · Superstreusel UG · Wege in die Selbstständigkeit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PERSON 2 — FINANZPLANUNG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10.000 € Eigenkapital — kein einziger Kredit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Startkosten (einmalig)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5029200" cy="36576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5029200" cy="3657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Notar + Gesellschaftsvertrag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84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450 €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04288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682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Handelsregistereintrag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68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150 €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688336"/>
            <a:ext cx="5029200" cy="3657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7523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Küchenausstattung &amp; Geräte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52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2.800 €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072384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1363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Erster Warenbestand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36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1.500 €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56432"/>
            <a:ext cx="5029200" cy="3657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520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Verpackungsmaterial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520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600 €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84048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904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Website + Online-Shop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9044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300 €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224528"/>
            <a:ext cx="5029200" cy="3657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2885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Logo &amp; Verpackungsdesign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885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700 €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608576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6725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Reserve (Puffer)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6725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3.500 €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029200"/>
            <a:ext cx="5029200" cy="3657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093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Gesamt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0932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10.000 €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Monatliche Fixkosten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783080"/>
            <a:ext cx="5303520" cy="36576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9842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Miete Küche/Lager Hamburg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1984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650 €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304288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3682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Shopify + Domain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368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30 €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688336"/>
            <a:ext cx="5303520" cy="3657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7523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Versandmaterial (variabel)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2752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200 €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072384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31363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Steuerberater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3136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120 €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456432"/>
            <a:ext cx="5303520" cy="3657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520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Versicherungen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3520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A1A1A"/>
                </a:solidFill>
                <a:latin typeface="Calibri"/>
              </a:rPr>
              <a:t>80 €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931920"/>
            <a:ext cx="5303520" cy="3657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3995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Fixkosten/Monat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39959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1.080 €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480560"/>
            <a:ext cx="5303520" cy="146304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4572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66A"/>
                </a:solidFill>
                <a:latin typeface="Calibri"/>
              </a:rPr>
              <a:t>Break-even-Analyse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937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Durchschn. Bestellwert: 35 €  ·  Marge: 60%  →  21 € Deckungsbeitrag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Break-even: 1.080 € ÷ 21 € = ca. 52 Bestellungen/Monat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→ Erreicht nach wenigen Wochen durch organische Mundpropaganda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Person 2 · Superstreusel UG · Wege in die Selbstständigkeit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PERSON 3 — PERSONALBEDARF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Wann einstellen — und wen zuerst?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246888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642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2468880" cy="274320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Minijob Versand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Pakete packen, Ware einlagern.
Erste Entlastung, geringe Fixkosten.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554480"/>
            <a:ext cx="246888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6642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011680"/>
            <a:ext cx="2468880" cy="274320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Festanstellung
Produktion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Wenn tägliches Volumen
einen vollen Arbeitstag füllt.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54480"/>
            <a:ext cx="246888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642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011680"/>
            <a:ext cx="2468880" cy="274320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Freelancer
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Fotografie, Social Media,
Texte — projektweise.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46888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642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011680"/>
            <a:ext cx="2468880" cy="274320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Kundenservice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880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Ab ca. 500+ Bestellungen
pro Monat sinnvoll.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029200"/>
            <a:ext cx="10515600" cy="3657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Rechtliche Pflichten bei Festanstellung: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Sozialversicherungsanmeldung (Kranken-, Renten-, Pflegeversicherung)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66666"/>
                </a:solidFill>
                <a:latin typeface="Calibri"/>
              </a:rPr>
              <a:t>· Lohnsteueranmeldung · Urlaubsanspruch · Lohnfortzahlung im Krankheitsfall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Person 3 · Superstreusel UG · Wege in die Selbstständigkeit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DUO (TEIL A) — LIEFERANTENSUCHE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Wo findet man Spezialzuckerstreusel-Hersteller?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3291840" cy="34747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09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27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Fachmessen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566A"/>
                </a:solidFill>
                <a:latin typeface="Calibri"/>
              </a:rPr>
              <a:t>ISM Köln · Anuga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Direktkontakt, Muster in der Hand halten, Preise verhandeln. Wichtigster Kanal für Qualitäts-Hersteller.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554480"/>
            <a:ext cx="3291840" cy="34747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609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627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B2B-Plattformen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566A"/>
                </a:solidFill>
                <a:latin typeface="Calibri"/>
              </a:rPr>
              <a:t>Alibaba · Global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68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Große Auswahl, günstigere Preise. Aber: hohe Mindestmengen, Qualitätskontrolle nötig, immer Muster bestellen.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291840" cy="34747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554480"/>
            <a:ext cx="457200" cy="4572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609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627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Branchennetzwerk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566A"/>
                </a:solidFill>
                <a:latin typeface="Calibri"/>
              </a:rPr>
              <a:t>Innungen · Verbände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688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Empfehlungen aus der Praxis. Ein Kollege, der liefert, ist mehr wert als jede Online-Bewertung.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212080"/>
            <a:ext cx="10515600" cy="73152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Wichtig: Immer mindestens 2 Lieferanten pro Kategorie · Vorlaufzeit Sonderstreusel: 3–6 Monate · Langfristige Verträge anstreben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Duo · Superstreusel UG · Wege in die Selbstständigkeit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PERSON 4 — MARKETINGSTRATEGIE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Wie Superstreusel Kunden gewinnt und hält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3291840" cy="201168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566A"/>
                </a:solidFill>
                <a:latin typeface="Calibri"/>
              </a:rPr>
              <a:t>Organic + UGC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Backwelt ist überproportional aktiv. Kunden posten, tagen, teilen — kostenlose Reichweite.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3291840" cy="201168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566A"/>
                </a:solidFill>
                <a:latin typeface="Calibri"/>
              </a:rPr>
              <a:t>Evergreen-Inhalte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Pins bringen noch nach 2 Jahren Traffic. Backanleitungen + Streusel-Inspiration = idealer Content.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291840" cy="201168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Google
Shopping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566A"/>
                </a:solidFill>
                <a:latin typeface="Calibri"/>
              </a:rPr>
              <a:t>Saisonal + kaufintentional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Zu Weihnachten, Ostern, Karneval gezielt schalten. Niedriges Budget, hohe Absicht.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3291840" cy="201168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E-Mail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566A"/>
                </a:solidFill>
                <a:latin typeface="Calibri"/>
              </a:rPr>
              <a:t>Bestandskunden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Günstigste Reaktivierung. Liste gehört dem Unternehmen — kein Algorithmus kann sie wegnehmen.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840480"/>
            <a:ext cx="3291840" cy="201168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B2B-Direkt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566A"/>
                </a:solidFill>
                <a:latin typeface="Calibri"/>
              </a:rPr>
              <a:t>Konditoreien,
Caterer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Größere Bestellungen, regelmäßiger. Musterboxen + Mengenrabatt als Einstieg.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Person 4 · Superstreusel UG · Wege in die Selbstständigkeit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DUO (TEIL B) — EXPANSIONSRISIKEN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Was bei der Expansion schiefgehen kann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3291840" cy="41148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Qualitätserosion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65960"/>
            <a:ext cx="3291840" cy="16459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Mehr Volumen → weniger Sorgfalt. Fehlerhafte Pakete, Verzögerungen — Vertrauensverlust ist schwer reversibel.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3291840" cy="41148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Lieferanten-
abhängigkeit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65960"/>
            <a:ext cx="3291840" cy="16459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Nur ein Lieferant = hohes Risiko. Ausfall wegen Insolvenz, Rohstoffmangel oder Großkunden-Priorität.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291840" cy="41148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Saisonale
Schwankungen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3291840" cy="16459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Weihnachten: Hochbetrieb. Januar: Einbruch. Personal für Spitze → zu viel im Tief. Planung ist alles.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749039"/>
            <a:ext cx="3291840" cy="41148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Kapitalfehler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160520"/>
            <a:ext cx="3291840" cy="16459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7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Zu früh zu viel investieren. Maschinen, Lager, Personal — bevor Erträge kommen. Keine Reserve = gefährlich.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749039"/>
            <a:ext cx="3291840" cy="41148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822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Wettbewerb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160520"/>
            <a:ext cx="3291840" cy="1645920"/>
          </a:xfrm>
          <a:prstGeom prst="rect">
            <a:avLst/>
          </a:prstGeom>
          <a:solidFill>
            <a:srgbClr val="FFF5F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29767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Streuselmarkt ist kein Nischenmarkt mehr. Wer nicht innoviert, verliert seinen Vorsprung an schnellere Anbieter.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Duo · Superstreusel UG · Wege in die Selbstständigkeit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128016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66A"/>
                </a:solidFill>
                <a:latin typeface="Calibri"/>
              </a:rPr>
              <a:t>FAZIT &amp; AUSBLICK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Was Superstreusel uns zeigt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54864" cy="8229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Rechtsform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Die UG ermöglicht partnerschaftliche Gründung mit Haftungsschutz — ohne das hohe Kapital der GmbH.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4864" cy="8229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Finanzierung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Innenfinanzierung funktioniert bei organischem Wachstum. Kein Kredit ist eine Philosophie, keine Schwäche.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71800"/>
            <a:ext cx="54864" cy="8229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Personal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37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Zu früh warten kostet Qualität. Erster Schritt: Minijob Versand. Schrittweise skalieren.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71800"/>
            <a:ext cx="54864" cy="8229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Lieferanten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37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Messen, Netzwerk, B2B-Plattformen — immer mindestens zwei Quellen aufbauen.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389120"/>
            <a:ext cx="54864" cy="8229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Visuelles Produkt + Community = organische Reichweite. User Generated Content ist das effizienteste Medium.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389120"/>
            <a:ext cx="54864" cy="822960"/>
          </a:xfrm>
          <a:prstGeom prst="rect">
            <a:avLst/>
          </a:prstGeom>
          <a:solidFill>
            <a:srgbClr val="E8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Risiken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Qualität, Abhängigkeiten, Saisonalität — wer sie kennt, kann sie steuern.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833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8566A"/>
                </a:solidFill>
                <a:latin typeface="Calibri"/>
              </a:rPr>
              <a:t>"Aus einem Problem wird eine Idee - aus einer Idee wird Superstreusel."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09360"/>
            <a:ext cx="11731752" cy="548640"/>
          </a:xfrm>
          <a:prstGeom prst="rect">
            <a:avLst/>
          </a:prstGeom>
          <a:solidFill>
            <a:srgbClr val="FF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Superstreusel UG (haftungsbeschränkt) · Wege in die Selbstständigkeit 2026 · superstreusel.de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